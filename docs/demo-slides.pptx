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— name the project, then straight into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0:00-0:40. Do not list the tools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0:40-1:10. Thirty seconds. If you are at 1:20, skip to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3:30. Do not read the table aloud - point at it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3:30-4:30, then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Tracker MCP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your money. It lives in a CSV on your laptop.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Hamayl  ·  Malak Shamasneh  ·  TypeScript  ·  Model Context Protocol  ·  v1.0.0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44752"/>
            <a:ext cx="384048" cy="384048"/>
          </a:xfrm>
          <a:prstGeom prst="ellipse">
            <a:avLst/>
          </a:prstGeom>
          <a:solidFill>
            <a:srgbClr val="E8ED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07008" y="14081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07008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every coffee by hand is boring, so people stop after a week.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84048" cy="384048"/>
          </a:xfrm>
          <a:prstGeom prst="ellipse">
            <a:avLst/>
          </a:prstGeom>
          <a:solidFill>
            <a:srgbClr val="E8ED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243230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07008" y="276148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apps that fix that want your bank login and a subscription.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9300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34564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378561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keeps the data in a CSV you own. No account, no keys, no network.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job each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627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86384" y="193852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argument.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each field, which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how the model knows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send.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83864" y="1627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83864" y="193852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function over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and decides how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worded.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1344" y="1627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81344" y="193852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logic. Knows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MCP, so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tests cover it with no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running.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35808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33288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 dies at the schema — the handler never runs and the file is never touched.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 →  schema  →  tool  →  lib  →  expenses.csv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tools, two resources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add_expense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63240" y="13716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 expense, returns it with a new id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list_expenses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80136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month or category, capped and paged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31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get_spending_summary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223113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total with a per-category breakdown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60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list_categories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266090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present in the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90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delete_expense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309067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one expense by id, never by row position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get_top_expenses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352044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expenses, optionally for one month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expenses://fixture and expenses://categories — read-only context, no tool call needed.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63240" y="1463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tools, different storage — it all sits behind one file.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21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63240" y="212140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when a category goes over its monthly limit.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797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277977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against last, so the trend is visible.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 found that a note containing a comma silently corrupted a row.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looked fine until someone tried the input I hadn't. It's the first unit test now.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Tracker MCP</dc:title>
  <dc:subject>PptxGenJS Presentation</dc:subject>
  <dc:creator>Mohammad Hamayl, Malak Shamasneh</dc:creator>
  <cp:lastModifiedBy>Mohammad Hamayl, Malak Shamasneh</cp:lastModifiedBy>
  <cp:revision>1</cp:revision>
  <dcterms:created xsi:type="dcterms:W3CDTF">2026-08-22T12:20:59Z</dcterms:created>
  <dcterms:modified xsi:type="dcterms:W3CDTF">2026-08-22T12:20:59Z</dcterms:modified>
</cp:coreProperties>
</file>